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1ff3e662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11ff3e662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077675" y="1340488"/>
            <a:ext cx="480300" cy="415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2934900" y="2089263"/>
            <a:ext cx="480300" cy="415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4077675" y="2089263"/>
            <a:ext cx="480300" cy="415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5156575" y="2089263"/>
            <a:ext cx="480300" cy="415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2069950" y="2933838"/>
            <a:ext cx="480300" cy="415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3095575" y="2933838"/>
            <a:ext cx="480300" cy="415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4057300" y="2933838"/>
            <a:ext cx="480300" cy="415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5019025" y="2933838"/>
            <a:ext cx="480300" cy="415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5980750" y="2933838"/>
            <a:ext cx="480300" cy="415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cxnSp>
        <p:nvCxnSpPr>
          <p:cNvPr id="63" name="Google Shape;63;p13"/>
          <p:cNvCxnSpPr>
            <a:stCxn id="54" idx="3"/>
            <a:endCxn id="55" idx="0"/>
          </p:cNvCxnSpPr>
          <p:nvPr/>
        </p:nvCxnSpPr>
        <p:spPr>
          <a:xfrm flipH="1">
            <a:off x="3175113" y="1694883"/>
            <a:ext cx="972900" cy="39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p13"/>
          <p:cNvCxnSpPr>
            <a:stCxn id="54" idx="4"/>
            <a:endCxn id="56" idx="0"/>
          </p:cNvCxnSpPr>
          <p:nvPr/>
        </p:nvCxnSpPr>
        <p:spPr>
          <a:xfrm>
            <a:off x="4317825" y="1755688"/>
            <a:ext cx="0" cy="3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>
            <a:stCxn id="54" idx="5"/>
            <a:endCxn id="57" idx="0"/>
          </p:cNvCxnSpPr>
          <p:nvPr/>
        </p:nvCxnSpPr>
        <p:spPr>
          <a:xfrm>
            <a:off x="4487637" y="1694883"/>
            <a:ext cx="909000" cy="39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Google Shape;66;p13"/>
          <p:cNvCxnSpPr>
            <a:stCxn id="55" idx="3"/>
            <a:endCxn id="58" idx="7"/>
          </p:cNvCxnSpPr>
          <p:nvPr/>
        </p:nvCxnSpPr>
        <p:spPr>
          <a:xfrm flipH="1">
            <a:off x="2479938" y="2443658"/>
            <a:ext cx="525300" cy="5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3"/>
          <p:cNvCxnSpPr>
            <a:stCxn id="55" idx="4"/>
            <a:endCxn id="59" idx="0"/>
          </p:cNvCxnSpPr>
          <p:nvPr/>
        </p:nvCxnSpPr>
        <p:spPr>
          <a:xfrm>
            <a:off x="3175050" y="2504463"/>
            <a:ext cx="160800" cy="42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3"/>
          <p:cNvCxnSpPr>
            <a:stCxn id="55" idx="5"/>
            <a:endCxn id="60" idx="0"/>
          </p:cNvCxnSpPr>
          <p:nvPr/>
        </p:nvCxnSpPr>
        <p:spPr>
          <a:xfrm>
            <a:off x="3344862" y="2443658"/>
            <a:ext cx="952500" cy="49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3"/>
          <p:cNvCxnSpPr>
            <a:stCxn id="56" idx="5"/>
            <a:endCxn id="61" idx="0"/>
          </p:cNvCxnSpPr>
          <p:nvPr/>
        </p:nvCxnSpPr>
        <p:spPr>
          <a:xfrm>
            <a:off x="4487637" y="2443658"/>
            <a:ext cx="771600" cy="49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3"/>
          <p:cNvCxnSpPr>
            <a:stCxn id="57" idx="5"/>
            <a:endCxn id="62" idx="0"/>
          </p:cNvCxnSpPr>
          <p:nvPr/>
        </p:nvCxnSpPr>
        <p:spPr>
          <a:xfrm>
            <a:off x="5566537" y="2443658"/>
            <a:ext cx="654300" cy="49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3"/>
          <p:cNvCxnSpPr>
            <a:stCxn id="58" idx="4"/>
            <a:endCxn id="54" idx="0"/>
          </p:cNvCxnSpPr>
          <p:nvPr/>
        </p:nvCxnSpPr>
        <p:spPr>
          <a:xfrm rot="-5400000">
            <a:off x="2309650" y="1340988"/>
            <a:ext cx="2008500" cy="2007600"/>
          </a:xfrm>
          <a:prstGeom prst="curvedConnector5">
            <a:avLst>
              <a:gd fmla="val -11856" name="adj1"/>
              <a:gd fmla="val -45344" name="adj2"/>
              <a:gd fmla="val 104773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3"/>
          <p:cNvCxnSpPr>
            <a:stCxn id="59" idx="4"/>
            <a:endCxn id="54" idx="0"/>
          </p:cNvCxnSpPr>
          <p:nvPr/>
        </p:nvCxnSpPr>
        <p:spPr>
          <a:xfrm rot="-5400000">
            <a:off x="2822575" y="1853688"/>
            <a:ext cx="2008500" cy="982200"/>
          </a:xfrm>
          <a:prstGeom prst="curvedConnector5">
            <a:avLst>
              <a:gd fmla="val -33608" name="adj1"/>
              <a:gd fmla="val -163493" name="adj2"/>
              <a:gd fmla="val 118028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3"/>
          <p:cNvCxnSpPr>
            <a:stCxn id="60" idx="4"/>
            <a:endCxn id="54" idx="0"/>
          </p:cNvCxnSpPr>
          <p:nvPr/>
        </p:nvCxnSpPr>
        <p:spPr>
          <a:xfrm rot="-5400000">
            <a:off x="3303400" y="2334588"/>
            <a:ext cx="2008500" cy="20400"/>
          </a:xfrm>
          <a:prstGeom prst="curvedConnector5">
            <a:avLst>
              <a:gd fmla="val -29366" name="adj1"/>
              <a:gd fmla="val 17064338" name="adj2"/>
              <a:gd fmla="val 103183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3"/>
          <p:cNvCxnSpPr>
            <a:stCxn id="61" idx="4"/>
            <a:endCxn id="54" idx="0"/>
          </p:cNvCxnSpPr>
          <p:nvPr/>
        </p:nvCxnSpPr>
        <p:spPr>
          <a:xfrm flipH="1" rot="5400000">
            <a:off x="3784225" y="1874088"/>
            <a:ext cx="2008500" cy="941400"/>
          </a:xfrm>
          <a:prstGeom prst="curvedConnector5">
            <a:avLst>
              <a:gd fmla="val -44742" name="adj1"/>
              <a:gd fmla="val -180521" name="adj2"/>
              <a:gd fmla="val 12068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3"/>
          <p:cNvCxnSpPr>
            <a:stCxn id="62" idx="4"/>
            <a:endCxn id="54" idx="0"/>
          </p:cNvCxnSpPr>
          <p:nvPr/>
        </p:nvCxnSpPr>
        <p:spPr>
          <a:xfrm flipH="1" rot="5400000">
            <a:off x="4265050" y="1393188"/>
            <a:ext cx="2008500" cy="1903200"/>
          </a:xfrm>
          <a:prstGeom prst="curvedConnector5">
            <a:avLst>
              <a:gd fmla="val -11856" name="adj1"/>
              <a:gd fmla="val -53868" name="adj2"/>
              <a:gd fmla="val 115909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" name="Google Shape;76;p13"/>
          <p:cNvSpPr/>
          <p:nvPr/>
        </p:nvSpPr>
        <p:spPr>
          <a:xfrm>
            <a:off x="3501138" y="3288127"/>
            <a:ext cx="567000" cy="49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4589925" y="3244002"/>
            <a:ext cx="567000" cy="490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cxnSp>
        <p:nvCxnSpPr>
          <p:cNvPr id="78" name="Google Shape;78;p13"/>
          <p:cNvCxnSpPr>
            <a:stCxn id="56" idx="4"/>
            <a:endCxn id="77" idx="0"/>
          </p:cNvCxnSpPr>
          <p:nvPr/>
        </p:nvCxnSpPr>
        <p:spPr>
          <a:xfrm>
            <a:off x="4317825" y="2504463"/>
            <a:ext cx="555600" cy="7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3"/>
          <p:cNvCxnSpPr>
            <a:stCxn id="56" idx="4"/>
            <a:endCxn id="76" idx="0"/>
          </p:cNvCxnSpPr>
          <p:nvPr/>
        </p:nvCxnSpPr>
        <p:spPr>
          <a:xfrm flipH="1">
            <a:off x="3784725" y="2504463"/>
            <a:ext cx="533100" cy="78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3"/>
          <p:cNvCxnSpPr>
            <a:stCxn id="57" idx="4"/>
            <a:endCxn id="77" idx="0"/>
          </p:cNvCxnSpPr>
          <p:nvPr/>
        </p:nvCxnSpPr>
        <p:spPr>
          <a:xfrm flipH="1">
            <a:off x="4873525" y="2504463"/>
            <a:ext cx="523200" cy="73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3"/>
          <p:cNvCxnSpPr>
            <a:stCxn id="76" idx="4"/>
            <a:endCxn id="54" idx="0"/>
          </p:cNvCxnSpPr>
          <p:nvPr/>
        </p:nvCxnSpPr>
        <p:spPr>
          <a:xfrm rot="-5400000">
            <a:off x="2832288" y="2292877"/>
            <a:ext cx="2437800" cy="533100"/>
          </a:xfrm>
          <a:prstGeom prst="curvedConnector5">
            <a:avLst>
              <a:gd fmla="val -20180" name="adj1"/>
              <a:gd fmla="val -550124" name="adj2"/>
              <a:gd fmla="val 106938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3"/>
          <p:cNvCxnSpPr>
            <a:stCxn id="77" idx="4"/>
            <a:endCxn id="54" idx="0"/>
          </p:cNvCxnSpPr>
          <p:nvPr/>
        </p:nvCxnSpPr>
        <p:spPr>
          <a:xfrm flipH="1" rot="5400000">
            <a:off x="3398775" y="2259552"/>
            <a:ext cx="2393700" cy="555600"/>
          </a:xfrm>
          <a:prstGeom prst="curvedConnector5">
            <a:avLst>
              <a:gd fmla="val -35742" name="adj1"/>
              <a:gd fmla="val -539277" name="adj2"/>
              <a:gd fmla="val 12575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