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2656904" y="691395"/>
            <a:ext cx="6207506" cy="3918607"/>
            <a:chOff x="239525" y="147425"/>
            <a:chExt cx="3517200" cy="2220300"/>
          </a:xfrm>
        </p:grpSpPr>
        <p:sp>
          <p:nvSpPr>
            <p:cNvPr id="55" name="Google Shape;55;p13"/>
            <p:cNvSpPr/>
            <p:nvPr/>
          </p:nvSpPr>
          <p:spPr>
            <a:xfrm>
              <a:off x="239525" y="147425"/>
              <a:ext cx="3517200" cy="2220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420975" y="263100"/>
              <a:ext cx="22101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td.Chessboard-container</a:t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757575" y="663300"/>
              <a:ext cx="16761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table.Chessboard</a:t>
              </a:r>
              <a:endParaRPr/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1159900" y="1063500"/>
              <a:ext cx="6948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tbody</a:t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1567700" y="1463700"/>
              <a:ext cx="1510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tr.Chessboard</a:t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1975200" y="1863900"/>
              <a:ext cx="15942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td.Chessboard</a:t>
              </a:r>
              <a:endParaRPr/>
            </a:p>
          </p:txBody>
        </p:sp>
        <p:cxnSp>
          <p:nvCxnSpPr>
            <p:cNvPr id="61" name="Google Shape;61;p13"/>
            <p:cNvCxnSpPr>
              <a:endCxn id="60" idx="1"/>
            </p:cNvCxnSpPr>
            <p:nvPr/>
          </p:nvCxnSpPr>
          <p:spPr>
            <a:xfrm>
              <a:off x="381000" y="358200"/>
              <a:ext cx="1594200" cy="16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2" name="Google Shape;62;p13"/>
          <p:cNvGrpSpPr/>
          <p:nvPr/>
        </p:nvGrpSpPr>
        <p:grpSpPr>
          <a:xfrm>
            <a:off x="279588" y="2421300"/>
            <a:ext cx="2210100" cy="996900"/>
            <a:chOff x="4206725" y="147400"/>
            <a:chExt cx="2210100" cy="996900"/>
          </a:xfrm>
        </p:grpSpPr>
        <p:sp>
          <p:nvSpPr>
            <p:cNvPr id="63" name="Google Shape;63;p13"/>
            <p:cNvSpPr/>
            <p:nvPr/>
          </p:nvSpPr>
          <p:spPr>
            <a:xfrm>
              <a:off x="4206725" y="147400"/>
              <a:ext cx="2210100" cy="9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4540650" y="263100"/>
              <a:ext cx="136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td.Blockboard</a:t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4877250" y="663300"/>
              <a:ext cx="1476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img.</a:t>
              </a:r>
              <a:r>
                <a:rPr lang="en">
                  <a:solidFill>
                    <a:schemeClr val="dk1"/>
                  </a:solidFill>
                </a:rPr>
                <a:t>Blockboard</a:t>
              </a:r>
              <a:endParaRPr/>
            </a:p>
          </p:txBody>
        </p:sp>
        <p:cxnSp>
          <p:nvCxnSpPr>
            <p:cNvPr id="66" name="Google Shape;66;p13"/>
            <p:cNvCxnSpPr/>
            <p:nvPr/>
          </p:nvCxnSpPr>
          <p:spPr>
            <a:xfrm>
              <a:off x="4348275" y="368700"/>
              <a:ext cx="596100" cy="59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7" name="Google Shape;67;p13"/>
          <p:cNvGrpSpPr/>
          <p:nvPr/>
        </p:nvGrpSpPr>
        <p:grpSpPr>
          <a:xfrm>
            <a:off x="279588" y="3668425"/>
            <a:ext cx="2210100" cy="996900"/>
            <a:chOff x="4206800" y="147425"/>
            <a:chExt cx="2210100" cy="996900"/>
          </a:xfrm>
        </p:grpSpPr>
        <p:sp>
          <p:nvSpPr>
            <p:cNvPr id="68" name="Google Shape;68;p13"/>
            <p:cNvSpPr/>
            <p:nvPr/>
          </p:nvSpPr>
          <p:spPr>
            <a:xfrm>
              <a:off x="4206800" y="147425"/>
              <a:ext cx="2210100" cy="9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4540650" y="263100"/>
              <a:ext cx="136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td.Trapboard</a:t>
              </a:r>
              <a:endParaRPr/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4877250" y="663300"/>
              <a:ext cx="1476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img.</a:t>
              </a:r>
              <a:r>
                <a:rPr lang="en">
                  <a:solidFill>
                    <a:schemeClr val="dk1"/>
                  </a:solidFill>
                </a:rPr>
                <a:t>Trap</a:t>
              </a:r>
              <a:r>
                <a:rPr lang="en">
                  <a:solidFill>
                    <a:schemeClr val="dk1"/>
                  </a:solidFill>
                </a:rPr>
                <a:t>board</a:t>
              </a:r>
              <a:endParaRPr/>
            </a:p>
          </p:txBody>
        </p:sp>
        <p:cxnSp>
          <p:nvCxnSpPr>
            <p:cNvPr id="71" name="Google Shape;71;p13"/>
            <p:cNvCxnSpPr/>
            <p:nvPr/>
          </p:nvCxnSpPr>
          <p:spPr>
            <a:xfrm>
              <a:off x="4348275" y="368700"/>
              <a:ext cx="596100" cy="59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2" name="Google Shape;72;p13"/>
          <p:cNvSpPr/>
          <p:nvPr/>
        </p:nvSpPr>
        <p:spPr>
          <a:xfrm>
            <a:off x="279588" y="631450"/>
            <a:ext cx="2210100" cy="64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279588" y="1526375"/>
            <a:ext cx="2210100" cy="64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805199" y="753700"/>
            <a:ext cx="11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Turnboard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805199" y="1648625"/>
            <a:ext cx="11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</a:t>
            </a:r>
            <a:r>
              <a:rPr lang="en"/>
              <a:t>board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